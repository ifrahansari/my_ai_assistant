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6366F1"/>
                </a:solidFill>
              </a:defRPr>
            </a:pPr>
            <a:r>
              <a:t>INFI Voice Assistant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Next-Generation Multiplatform Voice AI Workspace</a:t>
            </a:r>
          </a:p>
          <a:p>
            <a:r>
              <a:t>Built with React, FastAPI &amp; Google Gemini 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INFI?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INFI is a hybrid desktop-web AI Voice Assistant.</a:t>
            </a:r>
          </a:p>
          <a:p>
            <a:r>
              <a:t>• Premium glassmorphic interface with canvas-based audio visualizer.</a:t>
            </a:r>
          </a:p>
          <a:p>
            <a:r>
              <a:t>• Utilizes Gemini API for logic, coding, and general intelligence.</a:t>
            </a:r>
          </a:p>
          <a:p>
            <a:r>
              <a:t>• Connects to a local Python daemon for native Windows control.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we built INFI?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Bridge the gap between OS control and AI reasoning:</a:t>
            </a:r>
          </a:p>
          <a:p>
            <a:r>
              <a:t>• Speed up tasks: hands-free opening of apps, websites, and volume adjustment.</a:t>
            </a:r>
          </a:p>
          <a:p>
            <a:r>
              <a:t>• Accuracy: Local execution of mathematical inputs preventing AI hallucination.</a:t>
            </a:r>
          </a:p>
          <a:p>
            <a:r>
              <a:t>• Multiplatform: Access via browser anywhere with fallback web actions on mobile.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(How it works)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 + Backend + Cloud LLM integration:</a:t>
            </a:r>
          </a:p>
          <a:p>
            <a:r>
              <a:t>• React Frontend: Manages TTS/STT, displays logs, and handles custom regex router.</a:t>
            </a:r>
          </a:p>
          <a:p>
            <a:r>
              <a:t>• FastAPI Backend: Listens on port 5000, runs OS subprocesses, takes screenshots.</a:t>
            </a:r>
          </a:p>
          <a:p>
            <a:r>
              <a:t>• Google Gemini API: Performs coding, analysis, and answers questions on the fly.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capabilities of the INFI workspace:</a:t>
            </a:r>
          </a:p>
          <a:p>
            <a:r>
              <a:t>• 🎙️ Voice &amp; Audio controls with visual neon waveform feedback.</a:t>
            </a:r>
          </a:p>
          <a:p>
            <a:r>
              <a:t>• 🎵 Platform-smart music play (YouTube vs. Spotify).</a:t>
            </a:r>
          </a:p>
          <a:p>
            <a:r>
              <a:t>• 💻 Interactive Coding Solver Playground with code-copy options.</a:t>
            </a:r>
          </a:p>
          <a:p>
            <a:r>
              <a:t>• 🖥️ System actions: Adjust volume, mute, take screenshots, lock workstation.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&amp; Live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Active links and project workspace:</a:t>
            </a:r>
          </a:p>
          <a:p>
            <a:r>
              <a:t>• Codebase hosted on GitHub: IfrahAnsari/my_ai_assistant</a:t>
            </a:r>
          </a:p>
          <a:p>
            <a:r>
              <a:t>• Deployed Live Demo URL: https://myaiassistant-tau.vercel.app</a:t>
            </a:r>
          </a:p>
          <a:p>
            <a:r>
              <a:t>• Prepopulated settings and API key details for out-of-the-box performance.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